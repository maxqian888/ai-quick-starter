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9E4"/>
          </a:solidFill>
          <a:ln w="12700">
            <a:solidFill>
              <a:srgbClr val="F2E9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64592" cy="4023360"/>
          </a:xfrm>
          <a:prstGeom prst="rect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96012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Generator Smoke Test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that the skill can produce a real four-slide deck with a cover, agenda, content, and closing slide.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315468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skills-test workspace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29400" y="731520"/>
            <a:ext cx="1874520" cy="361188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005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checks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141732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 layout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contract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badges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writeFile output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13,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00200" y="13533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163677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narrowest workflow for the incoming PPT task.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04872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4323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7157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slide modules that obey the documented theme contract.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83864"/>
            <a:ext cx="694944" cy="548640"/>
          </a:xfrm>
          <a:prstGeom prst="roundRect">
            <a:avLst>
              <a:gd name="adj" fmla="val 20000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83864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51129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7947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generated deck back to Markdown and check the result.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1143000"/>
            <a:ext cx="0" cy="3246120"/>
          </a:xfrm>
          <a:prstGeom prst="line">
            <a:avLst/>
          </a:prstGeom>
          <a:noFill/>
          <a:ln w="15240">
            <a:solidFill>
              <a:srgbClr val="C9AD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325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shape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1664208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agenda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closing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Smoke Test Covers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smoke test should prove the documented workflow can create a structured deck, not just sample snippets.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object contract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029968"/>
            <a:ext cx="3840480" cy="219456"/>
          </a:xfrm>
          <a:prstGeom prst="roundRect">
            <a:avLst>
              <a:gd name="adj" fmla="val 41667"/>
            </a:avLst>
          </a:prstGeom>
          <a:solidFill>
            <a:srgbClr val="EDE9EF"/>
          </a:solidFill>
          <a:ln w="12700">
            <a:solidFill>
              <a:srgbClr val="ED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29968"/>
            <a:ext cx="3840480" cy="219456"/>
          </a:xfrm>
          <a:prstGeom prst="roundRect">
            <a:avLst>
              <a:gd name="adj" fmla="val 41667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9751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number badges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07208"/>
            <a:ext cx="3840480" cy="219456"/>
          </a:xfrm>
          <a:prstGeom prst="roundRect">
            <a:avLst>
              <a:gd name="adj" fmla="val 41667"/>
            </a:avLst>
          </a:prstGeom>
          <a:solidFill>
            <a:srgbClr val="EDE9EF"/>
          </a:solidFill>
          <a:ln w="12700">
            <a:solidFill>
              <a:srgbClr val="ED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07208"/>
            <a:ext cx="3840480" cy="219456"/>
          </a:xfrm>
          <a:prstGeom prst="roundRect">
            <a:avLst>
              <a:gd name="adj" fmla="val 41667"/>
            </a:avLst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752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write and reopen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84448"/>
            <a:ext cx="3840480" cy="219456"/>
          </a:xfrm>
          <a:prstGeom prst="roundRect">
            <a:avLst>
              <a:gd name="adj" fmla="val 41667"/>
            </a:avLst>
          </a:prstGeom>
          <a:solidFill>
            <a:srgbClr val="EDE9EF"/>
          </a:solidFill>
          <a:ln w="12700">
            <a:solidFill>
              <a:srgbClr val="EDE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584448"/>
            <a:ext cx="3648456" cy="219456"/>
          </a:xfrm>
          <a:prstGeom prst="roundRect">
            <a:avLst>
              <a:gd name="adj" fmla="val 41667"/>
            </a:avLst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5295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1417320"/>
            <a:ext cx="246888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673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16752" y="20299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Markdown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leftover 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slide 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now has a live-generated artifact that proves the core documented workflow can run end to end.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F2E9E4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39572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PPTX file was written with PptxGenJS.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87452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F2E9E4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27832" y="239572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MarkItDown can read the output back to Markdown.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1874520"/>
            <a:ext cx="1965960" cy="1600200"/>
          </a:xfrm>
          <a:prstGeom prst="roundRect">
            <a:avLst>
              <a:gd name="adj" fmla="val 8000"/>
            </a:avLst>
          </a:prstGeom>
          <a:solidFill>
            <a:srgbClr val="F2E9E4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5272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05272" y="239572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extracted text can be reviewed for order and completeness.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3840480" cy="420624"/>
          </a:xfrm>
          <a:prstGeom prst="roundRect">
            <a:avLst>
              <a:gd name="adj" fmla="val 32609"/>
            </a:avLst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expand this smoke test into reusable scripts only if you want repeatable CI coverage.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skills-test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Generator Smoke Test</dc:title>
  <dc:subject>pptx-generator smoke test</dc:subject>
  <dc:creator>Codex</dc:creator>
  <cp:lastModifiedBy>Codex</cp:lastModifiedBy>
  <cp:revision>1</cp:revision>
  <dcterms:created xsi:type="dcterms:W3CDTF">2026-04-13T00:08:51Z</dcterms:created>
  <dcterms:modified xsi:type="dcterms:W3CDTF">2026-04-13T00:08:51Z</dcterms:modified>
</cp:coreProperties>
</file>